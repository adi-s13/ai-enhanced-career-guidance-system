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ts val="4320"/>
              </a:lnSpc>
            </a:pPr>
            <a:r>
              <a:rPr lang="en-US" sz="2400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AI-ENHANCED CAREER GUIDANCE SYSTEM FOR PERSONALIZE CAREER PATHWAYS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sz="1800" dirty="0">
                <a:latin typeface="Cambria Bold"/>
                <a:ea typeface="Cambria Bold"/>
                <a:cs typeface="Cambria Bold"/>
                <a:sym typeface="Cambria Bold"/>
              </a:rPr>
              <a:t> CSE_188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600" b="1" dirty="0">
                <a:solidFill>
                  <a:srgbClr val="17365D"/>
                </a:solidFill>
                <a:latin typeface="Cambria Bold"/>
                <a:ea typeface="Cambria Bold"/>
                <a:cs typeface="Cambria Bold"/>
                <a:sym typeface="Cambria Bold"/>
              </a:rPr>
              <a:t>RIYAZULLA RAHMAN J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800" b="1" dirty="0">
                <a:solidFill>
                  <a:srgbClr val="17365D"/>
                </a:solidFill>
                <a:latin typeface="Cambria Bold"/>
                <a:ea typeface="Cambria Bold"/>
                <a:cs typeface="Cambria Bold"/>
                <a:sym typeface="Cambria Bold"/>
              </a:rPr>
              <a:t>Senior State Assistant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Information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latin typeface="Cambria Bold"/>
                <a:ea typeface="Cambria Bold"/>
                <a:cs typeface="Cambria Bold"/>
                <a:sym typeface="Cambria Bold"/>
              </a:rPr>
              <a:t>B. Tech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lnSpc>
                <a:spcPts val="3240"/>
              </a:lnSpc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1800" b="1" dirty="0">
                <a:latin typeface="Cambria Bold"/>
                <a:ea typeface="Cambria Bold"/>
                <a:cs typeface="Cambria Bold"/>
                <a:sym typeface="Cambria Bold"/>
              </a:rPr>
              <a:t>Dr. Asif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latin typeface="Cambria Bold"/>
                <a:ea typeface="Cambria Bold"/>
                <a:cs typeface="Cambria Bold"/>
                <a:sym typeface="Cambria Bold"/>
              </a:rPr>
              <a:t>Dr. </a:t>
            </a:r>
            <a:r>
              <a:rPr lang="en-US" sz="1800" b="1" dirty="0" err="1">
                <a:latin typeface="Cambria Bold"/>
                <a:ea typeface="Cambria Bold"/>
                <a:cs typeface="Cambria Bold"/>
                <a:sym typeface="Cambria Bold"/>
              </a:rPr>
              <a:t>Jayavadivel</a:t>
            </a:r>
            <a:r>
              <a:rPr lang="en-US" sz="1800" b="1" dirty="0">
                <a:latin typeface="Cambria Bold"/>
                <a:ea typeface="Cambria Bold"/>
                <a:cs typeface="Cambria Bold"/>
                <a:sym typeface="Cambria Bold"/>
              </a:rPr>
              <a:t> Ravi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52865C93-8EC3-6064-3B80-62AB7894B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09" y="2690530"/>
            <a:ext cx="5701916" cy="1599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74344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 algn="just">
              <a:lnSpc>
                <a:spcPts val="4320"/>
              </a:lnSpc>
              <a:buNone/>
            </a:pPr>
            <a:r>
              <a:rPr lang="en-US" b="1" dirty="0" err="1">
                <a:solidFill>
                  <a:srgbClr val="953735"/>
                </a:solidFill>
                <a:latin typeface="Cambria Bold"/>
                <a:ea typeface="Cambria Bold"/>
                <a:cs typeface="Cambria Bold"/>
                <a:sym typeface="Cambria Bold"/>
              </a:rPr>
              <a:t>Github</a:t>
            </a:r>
            <a:r>
              <a:rPr lang="en-US" b="1" dirty="0">
                <a:solidFill>
                  <a:srgbClr val="953735"/>
                </a:solidFill>
                <a:latin typeface="Cambria Bold"/>
                <a:ea typeface="Cambria Bold"/>
                <a:cs typeface="Cambria Bold"/>
                <a:sym typeface="Cambria Bold"/>
              </a:rPr>
              <a:t> Link:</a:t>
            </a:r>
          </a:p>
          <a:p>
            <a:pPr marL="76200" indent="0" algn="just">
              <a:lnSpc>
                <a:spcPts val="4320"/>
              </a:lnSpc>
              <a:buNone/>
            </a:pPr>
            <a:r>
              <a:rPr lang="en-US" b="1" dirty="0">
                <a:solidFill>
                  <a:srgbClr val="953735"/>
                </a:solidFill>
                <a:latin typeface="Cambria Bold"/>
                <a:ea typeface="Cambria Bold"/>
                <a:cs typeface="Cambria Bold"/>
                <a:sym typeface="Cambria Bold"/>
              </a:rPr>
              <a:t>https://github.com/adi-s13/AI-ENHANCED-CAREER-GUIDANCE-SYSTEM</a:t>
            </a:r>
          </a:p>
          <a:p>
            <a:pPr algn="just">
              <a:lnSpc>
                <a:spcPts val="8640"/>
              </a:lnSpc>
            </a:pPr>
            <a:endParaRPr lang="en-US" b="1" dirty="0">
              <a:solidFill>
                <a:srgbClr val="953735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algn="just">
              <a:lnSpc>
                <a:spcPts val="8640"/>
              </a:lnSpc>
            </a:pPr>
            <a:endParaRPr lang="en-US" b="1" dirty="0">
              <a:solidFill>
                <a:srgbClr val="953735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59ECC-DE38-4BD2-B994-538ECA7AA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56" y="2505986"/>
            <a:ext cx="11092688" cy="374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BC0630-367E-6563-4157-40D2C2488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64242"/>
            <a:ext cx="9756648" cy="51123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3303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411B0-F6C3-7D4F-FDDA-A7926809F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7" y="1078991"/>
            <a:ext cx="5894833" cy="49118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4A5B38-47AA-BB5B-244A-F86C219CB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834" y="1078991"/>
            <a:ext cx="5873151" cy="491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5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EB8941-2618-C112-2307-0C22B7A03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52059"/>
            <a:ext cx="6665975" cy="4434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9985E1-0F4D-C1C3-BFE7-6DFF7359E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539" y="1271100"/>
            <a:ext cx="4930428" cy="380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76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D83E6B-D024-A5DB-3011-C586D60CE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48" y="1073108"/>
            <a:ext cx="9976104" cy="491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2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149DE3-2B72-D470-8001-C7C892051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24" y="1050302"/>
            <a:ext cx="9545095" cy="475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91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65675E-724A-E11F-7CDB-4F60505B3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090175"/>
            <a:ext cx="9851136" cy="512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2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088511-FA56-F80E-481B-EE1F11F43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48" y="995659"/>
            <a:ext cx="9858379" cy="510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9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E815C-2E03-C327-5293-A9FB9393C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964" y="790956"/>
            <a:ext cx="9473371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24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C6C64A-D6E2-EA71-F732-8CBA8E544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" y="932687"/>
            <a:ext cx="8279026" cy="531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57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4454F-0C92-49D7-44A2-5B2D9137F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798612"/>
            <a:ext cx="8536786" cy="551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99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99</Words>
  <Application>Microsoft Office PowerPoint</Application>
  <PresentationFormat>Widescreen</PresentationFormat>
  <Paragraphs>23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Cambria Bold</vt:lpstr>
      <vt:lpstr>Verdana</vt:lpstr>
      <vt:lpstr>Bioinformatics</vt:lpstr>
      <vt:lpstr>AI-ENHANCED CAREER GUIDANCE SYSTEM FOR PERSONALIZE CAREER PATHWAYS</vt:lpstr>
      <vt:lpstr>Github Link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Adithyan S Nambiar</cp:lastModifiedBy>
  <cp:revision>47</cp:revision>
  <dcterms:modified xsi:type="dcterms:W3CDTF">2025-12-02T10:56:08Z</dcterms:modified>
</cp:coreProperties>
</file>